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6" d="100"/>
          <a:sy n="26" d="100"/>
        </p:scale>
        <p:origin x="54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8888" b="-38888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69" y="0"/>
            <a:ext cx="32511969" cy="18288000"/>
            <a:chOff x="-16892" y="0"/>
            <a:chExt cx="43349292" cy="24384000"/>
          </a:xfrm>
        </p:grpSpPr>
        <p:sp>
          <p:nvSpPr>
            <p:cNvPr id="3" name="Freeform 3"/>
            <p:cNvSpPr/>
            <p:nvPr/>
          </p:nvSpPr>
          <p:spPr>
            <a:xfrm>
              <a:off x="-16892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Titanic_Survival_Prediction_End-to-End_Data_Analysis_and_Machine_Learning_Pipeline.pdf</dc:title>
  <dc:creator>Mallam Polaiah Ganesh</dc:creator>
  <cp:lastModifiedBy>Mallam Polaiah Ganesh</cp:lastModifiedBy>
  <cp:revision>2</cp:revision>
  <dcterms:created xsi:type="dcterms:W3CDTF">2006-08-16T00:00:00Z</dcterms:created>
  <dcterms:modified xsi:type="dcterms:W3CDTF">2026-01-30T08:34:47Z</dcterms:modified>
  <dc:identifier>DAG_4P_tzW4</dc:identifier>
</cp:coreProperties>
</file>